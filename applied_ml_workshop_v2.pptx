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2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09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0" y="4023360"/>
            <a:ext cx="1920240" cy="1120140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3200400"/>
            <a:ext cx="1371600" cy="822960"/>
          </a:xfrm>
          <a:prstGeom prst="rect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292608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3-HOUR DEVELOPER WORKSHOP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7772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Machine Learning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Business Workflows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 ·  Data Quality  ·  Practical ML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4498848"/>
            <a:ext cx="5029200" cy="0"/>
          </a:xfrm>
          <a:prstGeom prst="line">
            <a:avLst/>
          </a:prstGeom>
          <a:noFill/>
          <a:ln w="6350">
            <a:solidFill>
              <a:srgbClr val="14B8A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B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Presley  |  Mid-State Technical College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GOAL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Casual AI Use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Applied ML Thinking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794760" cy="2286000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7947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tools and prompting through problems. Useful, but surface-level.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"AI tools are products."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3246120"/>
            <a:ext cx="5943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99432" y="3044952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</a:rPr>
              <a:t>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92040" y="2103120"/>
            <a:ext cx="3794760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92040" y="2103120"/>
            <a:ext cx="379476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219456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256032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ML workflows that define tasks, prepare data, evaluate models, and improve continuously.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37947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0F2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"ML workflows are systems."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30352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303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" y="1024128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Service Email Responses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3776" y="1426464"/>
            <a:ext cx="5047488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workflow for handling inbound customer support tickets. Volume is high, response time matters, and routing is often inconsistent.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ML tasks: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Classify ticket type (Incident, Request, Problem, Change)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Predict urgency or priority level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Detect customer frustration or sentiment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Suggest or generate a response template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Summarize the customer issue in one sentence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Route the ticket to the correct support queue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852160" y="914400"/>
            <a:ext cx="29260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852160" y="914400"/>
            <a:ext cx="29260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80176" y="102412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Question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80176" y="1426464"/>
            <a:ext cx="2670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automate any part of this workflow without making things worse?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2240280"/>
            <a:ext cx="29260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52160" y="2240280"/>
            <a:ext cx="292608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80176" y="235000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Dataset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80176" y="2752344"/>
            <a:ext cx="2670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28,587 real tickets — labeled with type, priority, language, and queue. Exactly the data shape we need.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3566160"/>
            <a:ext cx="2926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52160" y="3566160"/>
            <a:ext cx="2926080" cy="6400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80176" y="367588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Start Here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80176" y="4078224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Text-based, labeled, real-world scale. We can build and evaluate a working classifier today.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 Good ML Project?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57276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57276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" y="10241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Narrow Task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3776" y="1426464"/>
            <a:ext cx="131673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specific thing to predict or classify. Trying to solve everything at once is how projects stall.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48256" y="914400"/>
            <a:ext cx="157276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48256" y="914400"/>
            <a:ext cx="1572768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76272" y="10241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Available Data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176272" y="1426464"/>
            <a:ext cx="131673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 with known outcomes. You need labeled data — even messy is a start.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30752" y="914400"/>
            <a:ext cx="157276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30752" y="914400"/>
            <a:ext cx="157276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58768" y="10241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Measurable Output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58768" y="1426464"/>
            <a:ext cx="131673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success metric. If you can't measure improvement, you can't prove it happened.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13248" y="914400"/>
            <a:ext cx="157276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13248" y="914400"/>
            <a:ext cx="1572768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41264" y="10241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Value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541264" y="1426464"/>
            <a:ext cx="131673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improves a real workflow. Speed, accuracy, cost, or consistency must visibly change.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95744" y="914400"/>
            <a:ext cx="157276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95744" y="914400"/>
            <a:ext cx="157276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23760" y="10241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Tolerance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23760" y="1426464"/>
            <a:ext cx="131673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can handle edge cases. No model is perfect — the system needs graceful fallback.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Applied ML Workflow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8700" y="91440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870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1887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490472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04088" y="1920240"/>
            <a:ext cx="10607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business task? What counts as success?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0" y="1120140"/>
            <a:ext cx="146304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63724" y="91440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63724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75104" y="1417320"/>
            <a:ext cx="11887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39112" y="1490472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39112" y="1920240"/>
            <a:ext cx="10607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 with known labels or outcomes.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63824" y="1120140"/>
            <a:ext cx="146304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98748" y="91440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98748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10128" y="1417320"/>
            <a:ext cx="11887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74136" y="1490472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74136" y="1920240"/>
            <a:ext cx="10607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structure, and convert to ML-ready form.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98848" y="1120140"/>
            <a:ext cx="146304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33772" y="91440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33772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45152" y="1417320"/>
            <a:ext cx="11887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9160" y="1490472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09160" y="1920240"/>
            <a:ext cx="10607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baseline model. Start simple.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33872" y="1120140"/>
            <a:ext cx="146304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368796" y="91440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68796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80176" y="1417320"/>
            <a:ext cx="11887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44184" y="1490472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044184" y="1920240"/>
            <a:ext cx="10607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accuracy, precision, recall, F1.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68896" y="1120140"/>
            <a:ext cx="146304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703820" y="91440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0382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15200" y="1417320"/>
            <a:ext cx="11887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79208" y="1490472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379208" y="1920240"/>
            <a:ext cx="10607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Tune, add features, or try a different model.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Hands-On Dataset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3035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303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" y="1024128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Tobi-Bueck/customer-support-tickets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3776" y="1426464"/>
            <a:ext cx="504748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Hugging Face. Real customer support ticket data with labels included.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Ticket subject and full body text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Ticket type (Incident, Request, Problem, Change)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Priority level (Low, Medium, High, Critical)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Queue (routing destination)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Language (English or German)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Version (software version associated with the ticket)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us labeled text data suitable for classification, priority prediction, or automated routing — directly mirroring the participant's actual business problem.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83464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0" y="914400"/>
            <a:ext cx="28346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71616" y="102412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dataset?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71616" y="1426464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Realistic business scenario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Pre-labeled for training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Large enough to be meaningful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Matches the participant's use case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2807208"/>
            <a:ext cx="283464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0" y="2807208"/>
            <a:ext cx="2834640" cy="6400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71616" y="291693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we'll use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71616" y="3319272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Python + pandas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Hugging Face datasets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scikit-learn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Jupyter or VS Code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 ML Do with Support Tickets?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40233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40233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" y="1042416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 Ticket Type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3776" y="1444752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Incident, Request, Problem, or Change. Automated tagging before any human reads it.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40233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932688"/>
            <a:ext cx="402336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91456" y="1042416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Priority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91456" y="1444752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high-priority tickets before they hit a queue. Urgent cases reach agents faster.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212848"/>
            <a:ext cx="40233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212848"/>
            <a:ext cx="40233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" y="2322576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 Sentiment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3776" y="2724912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customer frustration. Angry customers may need immediate escalation.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212848"/>
            <a:ext cx="40233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2212848"/>
            <a:ext cx="402336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91456" y="2322576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 Template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91456" y="2724912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ticket to a known response template. Cut agent drafting time significantly.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493008"/>
            <a:ext cx="40233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493008"/>
            <a:ext cx="40233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" y="3602736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Summarize the Issue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3776" y="4005072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One-sentence summary for agents who need the gist quickly — no full re-read needed.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493008"/>
            <a:ext cx="40233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3493008"/>
            <a:ext cx="402336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91456" y="3602736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 to the Right Team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91456" y="4005072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billing issues to billing, tech issues to support — automatically and consistently.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45720"/>
          </a:xfrm>
          <a:prstGeom prst="rect">
            <a:avLst/>
          </a:prstGeom>
          <a:solidFill>
            <a:srgbClr val="14B8A6">
              <a:alpha val="45000"/>
            </a:srgbClr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With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Data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5029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18211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we can train anything, we need to understand what is in the data — and what is wrong with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1874520" cy="347472"/>
          </a:xfrm>
          <a:prstGeom prst="rect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14600" y="4206240"/>
            <a:ext cx="1874520" cy="347472"/>
          </a:xfrm>
          <a:prstGeom prst="rect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14600" y="4206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4206240"/>
            <a:ext cx="1874520" cy="347472"/>
          </a:xfrm>
          <a:prstGeom prst="rect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4206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29400" y="4206240"/>
            <a:ext cx="1874520" cy="347472"/>
          </a:xfrm>
          <a:prstGeom prst="rect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29400" y="4206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Bias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 at a Glance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1828800" cy="749808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18288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509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28,587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896112"/>
            <a:ext cx="1828800" cy="749808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0" y="896112"/>
            <a:ext cx="18288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0" y="9509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896112"/>
            <a:ext cx="1828800" cy="749808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20640" y="896112"/>
            <a:ext cx="18288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0" y="9509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12064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0" y="896112"/>
            <a:ext cx="1828800" cy="749808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0" y="896112"/>
            <a:ext cx="18288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0" y="9509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9808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types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828800"/>
            <a:ext cx="40233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1828800"/>
            <a:ext cx="40233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" y="1938528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Columns in the Dataset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3776" y="2340864"/>
            <a:ext cx="3767328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   — ticket title (text)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       — full ticket text (text)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   — support team response (text)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        — ticket category (label)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      — routing destination (label)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     — urgency level (label)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 — EN or DE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     — software version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tag_1        — topic tag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tag_2 to tag_8  — additional tags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828800"/>
            <a:ext cx="210312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1828800"/>
            <a:ext cx="21031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91456" y="193852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This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91456" y="2340864"/>
            <a:ext cx="18470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/ Request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/ Change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1828800"/>
            <a:ext cx="18288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949440" y="1828800"/>
            <a:ext cx="18288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077456" y="193852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These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077456" y="2340864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3364992"/>
            <a:ext cx="41148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3364992"/>
            <a:ext cx="4114800" cy="6400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91456" y="347472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Goal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791456" y="3877056"/>
            <a:ext cx="3858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ticket's text, predict what type it is. This single narrow task lets us build and evaluate a real classifier.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Data: What We Found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98448" y="7772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Missing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298448" y="1051560"/>
            <a:ext cx="374904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98448" y="1051560"/>
            <a:ext cx="502371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38928" y="96012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96012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3,838 rows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98448" y="1490472"/>
            <a:ext cx="374904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98448" y="1490472"/>
            <a:ext cx="36576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3990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38928" y="139903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13990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rows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298448" y="1929384"/>
            <a:ext cx="374904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98448" y="1929384"/>
            <a:ext cx="401147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18379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tag_4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38928" y="1837944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18379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3,058 rows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298448" y="2368296"/>
            <a:ext cx="374904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98448" y="2368296"/>
            <a:ext cx="1840779" cy="237744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227685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tag_5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38928" y="227685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49.1%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227685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14,042 rows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298448" y="2807208"/>
            <a:ext cx="374904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298448" y="2807208"/>
            <a:ext cx="2980487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271576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tag_6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38928" y="2715768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0" y="271576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22,713 rows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298448" y="3246120"/>
            <a:ext cx="374904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298448" y="3246120"/>
            <a:ext cx="3482858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315468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tag_7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38928" y="315468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0" y="31546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26,547 rows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298448" y="3685032"/>
            <a:ext cx="374904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298448" y="3685032"/>
            <a:ext cx="3674059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35935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tag_8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38928" y="359359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60720" y="359359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28,022 rows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0" y="914400"/>
            <a:ext cx="23774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400800" y="914400"/>
            <a:ext cx="23774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28816" y="102412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Pattern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528816" y="1426464"/>
            <a:ext cx="212140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show structural absence. Most tickets have 1-3 tags. Having 5+ tags is rare by design — not a data error.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missing is different: random, not structural.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0" y="2971800"/>
            <a:ext cx="237744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400800" y="2971800"/>
            <a:ext cx="23774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528816" y="308152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Flag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528816" y="3483864"/>
            <a:ext cx="21214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tag_8 is missing in 98% of rows. That column barely exists. Including it as a feature would add noise, not signal.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Missing Data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" y="102412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Negligible Missing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3776" y="1426464"/>
            <a:ext cx="2395728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fraction of rows are missing a value — so few that removing them won't affect the model.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example: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field — 7 rows out of 28,587 (0.02%). Safe to drop.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drop those rows. Done.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5176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28416" y="102412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MCAR — Missing Completely at Random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28416" y="1426464"/>
            <a:ext cx="2395728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are scattered randomly with no pattern. The absence is not related to the ticket content or outcome.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example: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— 13.4% missing, no obvious pattern in which tickets have it missing.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impute with a placeholder or exclude from features.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6517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26517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63056" y="102412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Missing (MNAR)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63056" y="1426464"/>
            <a:ext cx="2395728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missing because of something real about the data. The absence is meaningful by design.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example: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tag_5 through tag_8 — most tickets only have 1-3 tags. Having 5+ tags is the exception, not the rule.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fill with 'No Tag' — absence is a valid value.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Identifying the type of missing data determines the right fix. Getting this wrong biases the model before training even starts.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Do With Missing Data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659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" y="1024128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the Rows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3776" y="1426464"/>
            <a:ext cx="1709928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count is negligible and dropping won't change the data distribution.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example: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field — 7 rows. Drop them.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if missingness is not random, dropping introduces bias.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78024" y="914400"/>
            <a:ext cx="19659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78024" y="914400"/>
            <a:ext cx="196596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1024128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With a Placeholder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06040" y="1426464"/>
            <a:ext cx="1709928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is structurally meaningful — the missing value itself carries information.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example: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tag_5 to tag_8 — fill with 'No Tag'. The absence is a valid state, not an error.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if the fill value gets treated as a real category.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90288" y="914400"/>
            <a:ext cx="19659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90288" y="914400"/>
            <a:ext cx="19659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18304" y="1024128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Impute the Value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18304" y="1426464"/>
            <a:ext cx="1709928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 with random missing data. Replace with mean, median, or mode.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example: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here — our features are text and categories. Imputation is more common in structured/numeric data.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imputed values narrow variance.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02552" y="914400"/>
            <a:ext cx="19659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02552" y="914400"/>
            <a:ext cx="1965960" cy="6400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30568" y="1024128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Re-encode as a Feature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30568" y="1426464"/>
            <a:ext cx="1709928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 that a value is missing is itself predictive. Create a binary 'was_missing' column.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example: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— a ticket with no subject line might be more likely to be a certain type.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adds columns; can confuse the model if the signal is weak.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Imbalance: What the Data Actually Looks Like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960120"/>
            <a:ext cx="53035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Tickets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384207"/>
            <a:ext cx="1005840" cy="953353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109887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40.1%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3410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703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11,466 rows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64208" y="2657612"/>
            <a:ext cx="1005840" cy="6799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64208" y="23832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28.6%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18488" y="3410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18488" y="3703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8,187 rows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71216" y="2838298"/>
            <a:ext cx="1005840" cy="49926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71216" y="256397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25496" y="3410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25496" y="3703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6,012 rows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78224" y="3095061"/>
            <a:ext cx="1005840" cy="24249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78224" y="2820741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10.2%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32504" y="3410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32504" y="3703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2,922 rows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0" y="960120"/>
            <a:ext cx="30175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760720" y="960120"/>
            <a:ext cx="3017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88736" y="1069848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Queue Distribution — More Extreme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888736" y="1472184"/>
            <a:ext cx="276148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Support: 29.3% (8,362)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Payments: 16.2%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Support: 15.0%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9.5%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Management: 8.3%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queues: &lt;5% each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Inquiry: 1.4% (405)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queue has 20× more tickets than the bottom queue.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0" y="3474720"/>
            <a:ext cx="301752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760720" y="3474720"/>
            <a:ext cx="30175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88736" y="3584448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888736" y="3986784"/>
            <a:ext cx="2761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classes are unequal, a lazy model can score 40% accuracy by always guessing "Incident" — and never learn anything useful.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Class Imbalance Does to Your Model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model that predicts "Incident" for every single ticket is 40.1% accurate. That number looks real. The model learned nothing.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6517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6517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20299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Lies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3776" y="2432304"/>
            <a:ext cx="2395728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40% Incident tickets, a model that only ever predicts Incident gets 40% accuracy — with zero predictive power.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you always check precision, recall, and the confusion matrix, not just accuracy.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6517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26517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28416" y="20299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Learns the Shortcut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28416" y="2432304"/>
            <a:ext cx="2395728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are optimizers. If guessing the majority class reduces error faster than learning real patterns, the model will do exactly that.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end up with a very confident model that is useless for Change or Problem tickets.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920240"/>
            <a:ext cx="26517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63056" y="20299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Do About It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63056" y="2432304"/>
            <a:ext cx="2395728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— ensure each class appears in train and test proportionally.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— tell the model that Change errors cost more.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Oversample rare classes — SMOTE or simple duplication.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per-class — check F1 for each type, not just overall.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Sampling and Representation Bias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" y="1024128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Coverage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3776" y="1426464"/>
            <a:ext cx="367588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English: 57%  (16,338 tickets)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German: 43%  (12,249 tickets)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data skews English. A model trained on this may recognize English ticket patterns better than German ones — even if both are labeled identically.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production data is different, the model degrades silently.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914400"/>
            <a:ext cx="4297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80560" y="914400"/>
            <a:ext cx="42976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08576" y="1024128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 Bias — Temporal Concentration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08576" y="1426464"/>
            <a:ext cx="40416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400: 65%  (18,581 tickets)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52:    32%  (9,148 tickets)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51:      3%  (858 tickets)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the data describes problems with one version of the software. A classifier trained here will be most confident about version 400 patterns. Tickets from older versions are underrepresented — even if those versions are still in use.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841248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8412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40156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Useful Counterexample: Not Every Bias Concern Is Real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3749040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distribution (Incident / Request / Problem / Change) is nearly identical between English and German tickets. Both language groups show roughly 40 / 29 / 21 / 10 percent. This means language is not introducing type-label bias here. Always check the data — do not assume bias exists before measuring it.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Bias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0292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" y="1024128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Labels Are Human Judgments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3776" y="1426464"/>
            <a:ext cx="4773168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label in the dataset — type, priority, queue — was assigned by a person.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every label carries the inconsistency, subjectivity, and assumptions of whoever applied it.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worth asking before you train: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labeled these tickets?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Did different agents apply "High Priority" the same way?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Was there a written definition, or an informal understanding?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Did labeling criteria change over time?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the queue assignment based on content — or on who happened to be available?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labels are inconsistent, your model will learn that inconsistency. It will not learn the right rule — it will learn a noisy approximation of a noisy human rule.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914400"/>
            <a:ext cx="320040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77840" y="914400"/>
            <a:ext cx="32004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05856" y="1024128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Priority: A Known Problem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05856" y="1426464"/>
            <a:ext cx="29443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"High" and "Critical" are often applied by gut feel. One agent's Critical is another's High.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 this learns a blurry boundary, not a real one.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77840" y="2807208"/>
            <a:ext cx="3200400" cy="1764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77840" y="2807208"/>
            <a:ext cx="32004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05856" y="2916936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Can 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705856" y="3319272"/>
            <a:ext cx="294436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labeling criteria.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label distribution shifts across agents, time, or version.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labels on a sample before trusting them.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in Practice: What To Do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6070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932688"/>
            <a:ext cx="33832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9875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the Data's Origin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41832" y="130759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where the labels came from, who applied them, when, and under what rules. Undocumented data is a liability before it is an asset.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26280" y="106070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83480" y="932688"/>
            <a:ext cx="33832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02352" y="9875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Stratified Splits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02352" y="130759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splitting into train and test sets, preserve class proportions. sklearn's train_test_split has a stratify parameter. Use it every time.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43230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2304288"/>
            <a:ext cx="33832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1832" y="23591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Errors by Group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41832" y="267919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training, check where the model fails. Do misclassifications cluster by language, version, or queue? That pattern points to a bias source.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26280" y="243230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26280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83480" y="2304288"/>
            <a:ext cx="33832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02352" y="23591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Label Consistency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02352" y="267919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20-30 rows and relabel them manually. If your labels disagree with the original labels, the original labels may be unreliable.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80390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3675888"/>
            <a:ext cx="33832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41832" y="3730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Training Data to Deployment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41832" y="405079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this data is version 400. If future tickets come from a new version, the model will drift. Retrain on current data regularly.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26280" y="380390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2628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83480" y="3675888"/>
            <a:ext cx="33832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02352" y="3730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Assume — Measure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102352" y="405079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that EN and DE tickets have nearly identical type distributions. A bias concern turned out not to exist. Always verify before correcting.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Explore the Dataset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1206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120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3619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4813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dataset using the Hugging Face datasets library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88366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rows, columns, and data types with pandas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23113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231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1762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possible target variables — what are we predicting?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57860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25237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missing data using df.isnull().sum()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29260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926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287121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sample tickets — look at them like a human would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27355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273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32186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which fields are features vs. which is the label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760720" y="914400"/>
            <a:ext cx="3017520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60720" y="9601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Question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97880" y="13716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0F2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column should we predict, and what columns will help us predict it?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760720" y="2633472"/>
            <a:ext cx="3017520" cy="1892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60720" y="2633472"/>
            <a:ext cx="3017520" cy="6400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88736" y="2743200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888736" y="3145536"/>
            <a:ext cx="276148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datasets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or VS Code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Prepare Text Data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" y="102412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the Text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3776" y="1426464"/>
            <a:ext cx="235000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noise without destroying signal. Lowercase, strip special characters, handle encoding issues carefully.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91440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54680" y="914400"/>
            <a:ext cx="26060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82696" y="102412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Tokenization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82696" y="1426464"/>
            <a:ext cx="235000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into individual words or subword units — discrete pieces an algorithm can process.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91440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0" y="914400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71616" y="102412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Numerical Features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71616" y="1426464"/>
            <a:ext cx="235000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need numbers. We convert text into a matrix representation the model can actually work with.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52120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52120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2944368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TF-IDF: A Practical Starting Point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3776" y="3346704"/>
            <a:ext cx="495604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Frequency-Inverse Document Frequency. Words that appear often in one ticket but rarely across all tickets get more weight. This captures what makes each ticket unique without requiring a deep learning model.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as a beginner feature set for classification tasks.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2834640"/>
            <a:ext cx="30175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60720" y="2834640"/>
            <a:ext cx="301752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88736" y="2944368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/ Test Split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88736" y="3346704"/>
            <a:ext cx="276148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~20% of the data that the model never sees during training.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us test how well the model generalizes to new, unseen tickets.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 Train a Baseline Model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50976"/>
            <a:ext cx="8046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the simplest model that could work. Complexity is earned, not assumed.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6060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" y="193852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3776" y="2340864"/>
            <a:ext cx="235000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interpretable, and reliable for text classification.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first choice. You can see which features most influence each prediction.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828800"/>
            <a:ext cx="26060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54680" y="1828800"/>
            <a:ext cx="26060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82696" y="193852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 Bayes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82696" y="2340864"/>
            <a:ext cx="235000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very well with TF-IDF features.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simple, often competitive with more complex models on short text.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828800"/>
            <a:ext cx="26060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1828800"/>
            <a:ext cx="2606040" cy="6400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71616" y="193852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71616" y="2340864"/>
            <a:ext cx="235000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 — multiple decision trees vote on the outcome.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powerful but slower to train. Reach for this if the first two fall short.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4988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them in this order  →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 Evaluate the Model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572768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57276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" y="10241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3776" y="1426464"/>
            <a:ext cx="1316736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of all predictions that were correct. Easy to understand — but misleading with imbalanced classes.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48256" y="914400"/>
            <a:ext cx="1572768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48256" y="914400"/>
            <a:ext cx="1572768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76272" y="10241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176272" y="1426464"/>
            <a:ext cx="1316736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flagged high-priority tickets, how many actually were? Precision measures the quality of your positive calls.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30752" y="914400"/>
            <a:ext cx="1572768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30752" y="914400"/>
            <a:ext cx="157276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58768" y="10241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58768" y="1426464"/>
            <a:ext cx="1316736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actual high-priority tickets, how many did we catch? Recall measures coverage of what matters.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13248" y="914400"/>
            <a:ext cx="1572768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13248" y="914400"/>
            <a:ext cx="1572768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41264" y="10241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Score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541264" y="1426464"/>
            <a:ext cx="1316736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recall. One balanced number when you need both simultaneously.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95744" y="914400"/>
            <a:ext cx="1572768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95744" y="914400"/>
            <a:ext cx="157276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23760" y="10241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23760" y="1426464"/>
            <a:ext cx="1316736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predicted vs. actual classes. Shows exactly where the model gets confused — invaluable for debugging.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005072"/>
            <a:ext cx="8412480" cy="438912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00507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model does not need to be perfect to be useful.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the Model Get Wrong?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1206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120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you inspect wrong predictions, ask: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4533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4813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pattern in what the model missed?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190195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8379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 does it confuse most often?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2585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misclassified tickets ambiguous to humans too?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61518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5511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it cost if this error reached a customer?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9718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29077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better data or different features fix this?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32841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2644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error require human review — or is it low-stakes?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60720" y="914400"/>
            <a:ext cx="30175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60720" y="914400"/>
            <a:ext cx="30175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88736" y="1024128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Errors Have Different Costs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888736" y="1426464"/>
            <a:ext cx="2761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frustrated customer is worse than misrouting a routine question.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cost should drive your evaluation priorities.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760720" y="2807208"/>
            <a:ext cx="30175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60720" y="2807208"/>
            <a:ext cx="301752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88736" y="2916936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Can Support Humans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888736" y="3319272"/>
            <a:ext cx="2761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suggest, flag, and prioritize. Don't require the model to make every final call.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ML vs. Generative AI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3832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 (LLMs)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Classification, routing, scoring, prioritization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Open-ended text: summarization, drafting, explanation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Needs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Labeled examples at scale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with fewer examples; benefits from prompting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— fast inference once trained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— API calls add up at 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for narrow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Black-box reasoning; harder to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Precision, recall, F1 — quantifiable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is harder to measure consistently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— requires data prep and 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— prompt and test immediately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89520" y="0"/>
            <a:ext cx="1554480" cy="51435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217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is not magic.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2004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6035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applied machine learning is disciplined</a:t>
            </a:r>
            <a:endParaRPr lang="en-US" sz="2200" dirty="0"/>
          </a:p>
          <a:p>
            <a:pPr marL="0" indent="0" algn="l">
              <a:buNone/>
            </a:pPr>
            <a:r>
              <a:rPr lang="en-US" sz="22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design with measurable improvement.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task. Understand the data.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baseline. Measure the impact.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humans in the loop.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3055</Words>
  <Application>Microsoft Office PowerPoint</Application>
  <PresentationFormat>On-screen Show (16:9)</PresentationFormat>
  <Paragraphs>459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Machine Learning for Business Workflows</dc:title>
  <dc:subject>PptxGenJS Presentation</dc:subject>
  <dc:creator>Brent Presley</dc:creator>
  <cp:lastModifiedBy>Brent A Presley</cp:lastModifiedBy>
  <cp:revision>2</cp:revision>
  <dcterms:created xsi:type="dcterms:W3CDTF">2026-05-26T19:37:40Z</dcterms:created>
  <dcterms:modified xsi:type="dcterms:W3CDTF">2026-05-26T19:43:06Z</dcterms:modified>
</cp:coreProperties>
</file>